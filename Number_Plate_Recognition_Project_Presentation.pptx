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NUMBER PLATE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926080"/>
            <a:ext cx="9601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2200"/>
            </a:pPr>
            <a:r>
              <a:t>Image Processing &amp; Computer Vision Project</a:t>
            </a:r>
          </a:p>
          <a:p>
            <a:pPr algn="ctr">
              <a:spcAft>
                <a:spcPts val="1200"/>
              </a:spcAft>
              <a:defRPr sz="2200"/>
            </a:pPr>
          </a:p>
          <a:p>
            <a:pPr algn="ctr">
              <a:spcAft>
                <a:spcPts val="1200"/>
              </a:spcAft>
              <a:defRPr sz="2200"/>
            </a:pPr>
            <a:r>
              <a:t>Presented by: __________</a:t>
            </a:r>
          </a:p>
          <a:p>
            <a:pPr algn="ctr">
              <a:spcAft>
                <a:spcPts val="1200"/>
              </a:spcAft>
              <a:defRPr sz="2200"/>
            </a:pPr>
            <a:r>
              <a:t>Class / Team: 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Number Plate Recognition (NPR) is a computer vision system that detects and reads vehicle number plates.</a:t>
            </a:r>
          </a:p>
          <a:p>
            <a:pPr>
              <a:spcAft>
                <a:spcPts val="1000"/>
              </a:spcAft>
              <a:defRPr sz="2000"/>
            </a:pPr>
            <a:r>
              <a:t>• It can work with images or live camera/video input.</a:t>
            </a:r>
          </a:p>
          <a:p>
            <a:pPr>
              <a:spcAft>
                <a:spcPts val="1000"/>
              </a:spcAft>
              <a:defRPr sz="2000"/>
            </a:pPr>
            <a:r>
              <a:t>• The detected plate is processed and converted into readable text using OCR.</a:t>
            </a:r>
          </a:p>
          <a:p>
            <a:pPr>
              <a:spcAft>
                <a:spcPts val="1000"/>
              </a:spcAft>
              <a:defRPr sz="2000"/>
            </a:pPr>
            <a:r>
              <a:t>• It can reduce manual work in vehicle identification.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Manually recording vehicle numbers is slow and error-prone.</a:t>
            </a:r>
          </a:p>
          <a:p>
            <a:pPr>
              <a:spcAft>
                <a:spcPts val="1000"/>
              </a:spcAft>
              <a:defRPr sz="2000"/>
            </a:pPr>
            <a:r>
              <a:t>• Large numbers of vehicles make manual monitoring difficult.</a:t>
            </a:r>
          </a:p>
          <a:p>
            <a:pPr>
              <a:spcAft>
                <a:spcPts val="1000"/>
              </a:spcAft>
              <a:defRPr sz="2000"/>
            </a:pPr>
            <a:r>
              <a:t>• The project aims to automatically detect a vehicle's number plate and extract its characters.</a:t>
            </a:r>
          </a:p>
          <a:p>
            <a:pPr>
              <a:spcAft>
                <a:spcPts val="1000"/>
              </a:spcAft>
              <a:defRPr sz="2000"/>
            </a:pPr>
            <a:r>
              <a:t>• The output can be stored or displayed digitally.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Capture vehicle image/video.</a:t>
            </a:r>
          </a:p>
          <a:p>
            <a:pPr>
              <a:spcAft>
                <a:spcPts val="1000"/>
              </a:spcAft>
              <a:defRPr sz="2000"/>
            </a:pPr>
            <a:r>
              <a:t>2. Pre-process the image: resize, grayscale and reduce noise.</a:t>
            </a:r>
          </a:p>
          <a:p>
            <a:pPr>
              <a:spcAft>
                <a:spcPts val="1000"/>
              </a:spcAft>
              <a:defRPr sz="2000"/>
            </a:pPr>
            <a:r>
              <a:t>3. Detect the number-plate region.</a:t>
            </a:r>
          </a:p>
          <a:p>
            <a:pPr>
              <a:spcAft>
                <a:spcPts val="1000"/>
              </a:spcAft>
              <a:defRPr sz="2000"/>
            </a:pPr>
            <a:r>
              <a:t>4. Extract/crop the detected plate.</a:t>
            </a:r>
          </a:p>
          <a:p>
            <a:pPr>
              <a:spcAft>
                <a:spcPts val="1000"/>
              </a:spcAft>
              <a:defRPr sz="2000"/>
            </a:pPr>
            <a:r>
              <a:t>5. Apply OCR to recognize the characters.</a:t>
            </a:r>
          </a:p>
          <a:p>
            <a:pPr>
              <a:spcAft>
                <a:spcPts val="1000"/>
              </a:spcAft>
              <a:defRPr sz="2000"/>
            </a:pPr>
            <a:r>
              <a:t>6. Display or store the recognized number.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Input → Image Processing → Plate Detection → OCR → Number Plate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Python – main programming language</a:t>
            </a:r>
          </a:p>
          <a:p>
            <a:pPr>
              <a:spcAft>
                <a:spcPts val="1000"/>
              </a:spcAft>
              <a:defRPr sz="2000"/>
            </a:pPr>
            <a:r>
              <a:t>• OpenCV – image processing and computer vision</a:t>
            </a:r>
          </a:p>
          <a:p>
            <a:pPr>
              <a:spcAft>
                <a:spcPts val="1000"/>
              </a:spcAft>
              <a:defRPr sz="2000"/>
            </a:pPr>
            <a:r>
              <a:t>• OCR (such as Tesseract) – converts plate characters into text</a:t>
            </a:r>
          </a:p>
          <a:p>
            <a:pPr>
              <a:spcAft>
                <a:spcPts val="1000"/>
              </a:spcAft>
              <a:defRPr sz="2000"/>
            </a:pPr>
            <a:r>
              <a:t>• NumPy – image/data operations</a:t>
            </a:r>
          </a:p>
          <a:p>
            <a:pPr>
              <a:spcAft>
                <a:spcPts val="1000"/>
              </a:spcAft>
              <a:defRPr sz="2000"/>
            </a:pPr>
            <a:r>
              <a:t>• Optional: YOLO or another object-detection model for more robust plate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Main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Image / Video Input Module</a:t>
            </a:r>
          </a:p>
          <a:p>
            <a:pPr>
              <a:spcAft>
                <a:spcPts val="1000"/>
              </a:spcAft>
              <a:defRPr sz="2000"/>
            </a:pPr>
            <a:r>
              <a:t>• Image Pre-processing Module</a:t>
            </a:r>
          </a:p>
          <a:p>
            <a:pPr>
              <a:spcAft>
                <a:spcPts val="1000"/>
              </a:spcAft>
              <a:defRPr sz="2000"/>
            </a:pPr>
            <a:r>
              <a:t>• Number Plate Detection Module</a:t>
            </a:r>
          </a:p>
          <a:p>
            <a:pPr>
              <a:spcAft>
                <a:spcPts val="1000"/>
              </a:spcAft>
              <a:defRPr sz="2000"/>
            </a:pPr>
            <a:r>
              <a:t>• Character Recognition (OCR) Module</a:t>
            </a:r>
          </a:p>
          <a:p>
            <a:pPr>
              <a:spcAft>
                <a:spcPts val="1000"/>
              </a:spcAft>
              <a:defRPr sz="2000"/>
            </a:pPr>
            <a:r>
              <a:t>• Result Display / Database Module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Each module performs one step, making the system easier to develop and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Automatic parking systems</a:t>
            </a:r>
          </a:p>
          <a:p>
            <a:pPr>
              <a:spcAft>
                <a:spcPts val="1000"/>
              </a:spcAft>
              <a:defRPr sz="2000"/>
            </a:pPr>
            <a:r>
              <a:t>• Toll and traffic monitoring</a:t>
            </a:r>
          </a:p>
          <a:p>
            <a:pPr>
              <a:spcAft>
                <a:spcPts val="1000"/>
              </a:spcAft>
              <a:defRPr sz="2000"/>
            </a:pPr>
            <a:r>
              <a:t>• Vehicle entry/exit management</a:t>
            </a:r>
          </a:p>
          <a:p>
            <a:pPr>
              <a:spcAft>
                <a:spcPts val="1000"/>
              </a:spcAft>
              <a:defRPr sz="2000"/>
            </a:pPr>
            <a:r>
              <a:t>• Smart-city traffic systems</a:t>
            </a:r>
          </a:p>
          <a:p>
            <a:pPr>
              <a:spcAft>
                <a:spcPts val="1000"/>
              </a:spcAft>
              <a:defRPr sz="2000"/>
            </a:pPr>
            <a:r>
              <a:t>• Security and access-control systems</a:t>
            </a:r>
          </a:p>
          <a:p>
            <a:pPr>
              <a:spcAft>
                <a:spcPts val="1000"/>
              </a:spcAft>
              <a:defRPr sz="2000"/>
            </a:pPr>
            <a:r>
              <a:t>• Parking-space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Advantages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Advantages:</a:t>
            </a:r>
          </a:p>
          <a:p>
            <a:pPr>
              <a:spcAft>
                <a:spcPts val="1000"/>
              </a:spcAft>
              <a:defRPr sz="1800"/>
            </a:pPr>
            <a:r>
              <a:t>• Reduces manual effort</a:t>
            </a:r>
          </a:p>
          <a:p>
            <a:pPr>
              <a:spcAft>
                <a:spcPts val="1000"/>
              </a:spcAft>
              <a:defRPr sz="1800"/>
            </a:pPr>
            <a:r>
              <a:t>• Fast vehicle-number extraction</a:t>
            </a:r>
          </a:p>
          <a:p>
            <a:pPr>
              <a:spcAft>
                <a:spcPts val="1000"/>
              </a:spcAft>
              <a:defRPr sz="1800"/>
            </a:pPr>
            <a:r>
              <a:t>• Can process images and video</a:t>
            </a:r>
          </a:p>
          <a:p>
            <a:pPr>
              <a:spcAft>
                <a:spcPts val="1000"/>
              </a:spcAft>
              <a:defRPr sz="1800"/>
            </a:pPr>
            <a:r>
              <a:t>• Easy to integrate with databases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Limitations:</a:t>
            </a:r>
          </a:p>
          <a:p>
            <a:pPr>
              <a:spcAft>
                <a:spcPts val="1000"/>
              </a:spcAft>
              <a:defRPr sz="1800"/>
            </a:pPr>
            <a:r>
              <a:t>• Poor lighting can reduce accuracy</a:t>
            </a:r>
          </a:p>
          <a:p>
            <a:pPr>
              <a:spcAft>
                <a:spcPts val="1000"/>
              </a:spcAft>
              <a:defRPr sz="1800"/>
            </a:pPr>
            <a:r>
              <a:t>• Blurred or damaged plates are difficult to read</a:t>
            </a:r>
          </a:p>
          <a:p>
            <a:pPr>
              <a:spcAft>
                <a:spcPts val="1000"/>
              </a:spcAft>
              <a:defRPr sz="1800"/>
            </a:pPr>
            <a:r>
              <a:t>• Different plate formats can require additional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Number Plate Recognition combines image processing, computer vision and OCR to automatically identify vehicle numbers.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It is a practical project that can be developed in stages—from a basic image-based prototype to a real-time camera system.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THANK YOU</a:t>
            </a:r>
          </a:p>
          <a:p>
            <a:pPr>
              <a:spcAft>
                <a:spcPts val="1000"/>
              </a:spcAft>
              <a:defRPr sz="2000"/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